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0B3DB8C-DDC8-47E5-9F33-F3A22253E6F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ADC960B-2943-477B-B758-46A52F8697A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1C0A65-14B2-4B11-AE49-702F7E8A777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DDF3D-F451-4C1A-8B7C-F0E13F83BF8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D3A2BC8-D0A0-450C-A143-EE38B397D8B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