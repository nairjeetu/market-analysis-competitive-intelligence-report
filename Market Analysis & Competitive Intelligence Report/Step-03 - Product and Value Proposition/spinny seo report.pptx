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spinny.com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Competitive Intelligence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Analysis  ·  Keyword Strategy  ·  Competitor Landscape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187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187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Keywords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187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SEO Clicks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$1.52M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4187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Ad Budget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from Google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vs Paid Search — spinny.com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34440"/>
            <a:ext cx="475488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37160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 Share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26060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Monthly Organic Visits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384048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48640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Traffic Share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Semrush / SpyFu | Historical data since March 2021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&amp; Paid Search Metrics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320040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0" y="960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(Organic)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40480" y="14630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97764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Keywords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77640" y="17373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196,661 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480" y="21488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7764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SEO Clicks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2423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387,997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40480" y="28346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7764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SEO Click Change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77640" y="3108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–5,203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40480" y="36118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(Paid)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977640" y="4050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Keywords: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1,879 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7764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PPC Clicks: 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4370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977640" y="4690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Google Ads Budget: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0" y="4690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$1,519,000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Gainers &amp; Losers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365760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89120" y="10972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38912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55,033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38912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Ranks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66560" y="10972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48,626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766560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Ranked Keywords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242316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60,240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389120" y="3044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Ranks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66560" y="242316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4,199 kw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766560" y="3044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 Universe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0" y="37490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38912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1,949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389120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Keywords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66560" y="37490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766560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329184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31920" y="914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Organic Competitors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93192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cars24.com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931920" y="1673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cardekho.com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31920" y="2020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carwale.com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0" y="23682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cartrade.com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0" y="2715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ackodrive.com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0" y="3246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Paid Competitors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931920" y="3657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cars24.com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31920" y="3931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carz4sale.in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31920" y="4206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cartrade.com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31920" y="4480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marutisuzukirtruevalue.com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31920" y="4754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cardekho.com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Shared Keywords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Organic Keywords (Kombat) — spinny.com vs cardekho.com vs cars24.com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0292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Universe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664208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709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Keywords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38.8M searches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46888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0644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Keywords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06440" y="2816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10.5M searches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3273552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3319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06440" y="3621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171K searches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4078224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06440" y="4123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Keywords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89520" y="4123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806440" y="44256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6.16M searches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Paid Keywords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Keyword Overlap (Kombat) — spinny.com vs cars24.com vs carz4sale.in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457200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Keyword Buckets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03520" y="1664208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40680" y="1709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Keywords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709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4068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1.87M monthly clicks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246888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406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Keywords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40680" y="2816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33.9K monthly clicks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273552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Buying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3319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40680" y="3621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monthly clicks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4078224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40680" y="4123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Ad Waste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80960" y="41239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40680" y="4425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monthly clicks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Keywords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32004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0" y="914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Organic Keywords (by SEO Clicks)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840480" y="1353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0" y="1353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0" y="1700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punch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17007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0" y="20482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city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20482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harrier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23957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4048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Paid Keywords (by Monthly Cost)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4048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value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0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$6.09K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4048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hand cars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$3.72K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0" y="4206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$2.05K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hand car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$2.53K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840480" y="4754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0" y="4754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$1.47K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Pages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with the Most Organic Traffic &amp; Clicks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4389120" cy="3474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143000"/>
            <a:ext cx="402336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drives 6.42K clicks | Tata model pages are top performers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High-impression keywords where competitors are buying ads — opportunity for Spinny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4297680" cy="3840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9728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Ranked Keywords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that entered rankings over the last year (Aug 2025 – Feb 2026)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384048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536192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160" y="1609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Model Keywords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0916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tata punch, tata harrier, honda city, spinny all entered from 100+ rank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2724912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2798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SEO Recovery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0916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clicks show dual peaks (Aug 2025 &amp; Feb 2026), signaling content momentum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3913632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48,626 New Rankings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09160" y="4297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keyword expansion in the trailing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Organic Dominance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184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 derives 99% of Google traffic organically — strong SEO moat, minimal paid dependency.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23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Keyword Rank Erosion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07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60,240 lost ranks vs 55,033 gained — net negative; content refresh opportunity.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611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High PPC Potential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959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$1.52M estimated ad budget signals strong paid opportunity in used-car segment.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2344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cars24.com is #1 Rival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6184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both organic and paid competitor lists — primary benchmark to track.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423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37.3K Missing Keywords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807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6.16M search volume untapped — significant content gap to close.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Spinny.com SEO &amp; Competitive Analysis</dc:title>
  <dc:subject>PptxGenJS Presentation</dc:subject>
  <dc:creator>PptxGenJS</dc:creator>
  <cp:lastModifiedBy>PptxGenJS</cp:lastModifiedBy>
  <cp:revision>1</cp:revision>
  <dcterms:created xsi:type="dcterms:W3CDTF">2026-06-25T20:14:39Z</dcterms:created>
  <dcterms:modified xsi:type="dcterms:W3CDTF">2026-06-25T20:14:39Z</dcterms:modified>
</cp:coreProperties>
</file>