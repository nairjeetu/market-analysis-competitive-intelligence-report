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A684141-E337-4F1F-A027-D0270472E9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76" y="0"/>
            <a:ext cx="68424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1328357-153F-487B-9D30-D8CE10C468D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937" y="0"/>
            <a:ext cx="42121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30E244-CCAF-460B-80C8-13F36BB743A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90"/>
            <a:ext cx="9144000" cy="6697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3BF9FC6-27B3-4E22-A0AE-EFEE4F0F226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4" y="0"/>
            <a:ext cx="78717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C5154A1-BC2F-43BF-B3C7-AED07E065D5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506" y="0"/>
            <a:ext cx="469098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7E22EB-C18C-4695-8EB9-6D0A3F0C8EC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4509"/>
            <a:ext cx="9144000" cy="4668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FFEE54B-A7C0-4D1C-A67A-0BD64B5132A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520" y="0"/>
            <a:ext cx="36689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A0E6124-7583-421C-808A-A49ED31F4FF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7" y="0"/>
            <a:ext cx="58782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C623191-C556-4A09-942B-1C0ECD724A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191" y="0"/>
            <a:ext cx="50236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nair Jithendran</cp:lastModifiedBy>
  <cp:revision>1</cp:revision>
  <dcterms:created xsi:type="dcterms:W3CDTF">2013-01-27T09:14:16Z</dcterms:created>
  <dcterms:modified xsi:type="dcterms:W3CDTF">2026-06-30T07:31:05Z</dcterms:modified>
  <cp:category/>
</cp:coreProperties>
</file>